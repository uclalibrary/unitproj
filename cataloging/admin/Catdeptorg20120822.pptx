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9144000" cy="6858000" type="screen4x3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42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D11EA3-B960-4C59-8DF6-565AA37F95C5}" type="datetimeFigureOut">
              <a:rPr lang="en-US"/>
              <a:pPr>
                <a:defRPr/>
              </a:pPr>
              <a:t>8/23/2012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2ECFB-35CA-4EEC-9EED-ECD960DA56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BC5463-8570-4889-9E5F-91FFF763A1AD}" type="datetimeFigureOut">
              <a:rPr lang="en-US"/>
              <a:pPr>
                <a:defRPr/>
              </a:pPr>
              <a:t>8/23/2012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DFBF9B-3079-4BDC-97A6-A36106185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EE5F9-2B50-4B21-B901-96541831D4B3}" type="datetimeFigureOut">
              <a:rPr lang="en-US"/>
              <a:pPr>
                <a:defRPr/>
              </a:pPr>
              <a:t>8/23/2012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B32149-E1A9-4E7E-AD5F-BE2997CA15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8A28-F54F-411D-B5C7-BA0C6469B91C}" type="datetimeFigureOut">
              <a:rPr lang="en-US"/>
              <a:pPr>
                <a:defRPr/>
              </a:pPr>
              <a:t>8/23/2012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A5DC9E-0C1A-4702-9FA9-8082B6BEDB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33FEF-75FB-4769-B972-DAB3A779613C}" type="datetimeFigureOut">
              <a:rPr lang="en-US"/>
              <a:pPr>
                <a:defRPr/>
              </a:pPr>
              <a:t>8/23/2012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64F681-DF29-49F2-84EA-983B8C25FC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EE38AE-85F3-4D35-A65F-DD2A33A74BA0}" type="datetimeFigureOut">
              <a:rPr lang="en-US"/>
              <a:pPr>
                <a:defRPr/>
              </a:pPr>
              <a:t>8/23/2012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EAD53-E740-4CDF-8EEA-9294D96C94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4052D-234D-4A52-8E72-0DA830B94967}" type="datetimeFigureOut">
              <a:rPr lang="en-US"/>
              <a:pPr>
                <a:defRPr/>
              </a:pPr>
              <a:t>8/23/2012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30B53-D839-4E51-B059-12C30148EE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38EA4-EC13-4C19-A5D0-29E9D4EDA17C}" type="datetimeFigureOut">
              <a:rPr lang="en-US"/>
              <a:pPr>
                <a:defRPr/>
              </a:pPr>
              <a:t>8/23/2012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28990-51BE-45D2-B90A-37CB655A8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CBD85E-0620-4617-BAD2-5EDCEA7B3B0D}" type="datetimeFigureOut">
              <a:rPr lang="en-US"/>
              <a:pPr>
                <a:defRPr/>
              </a:pPr>
              <a:t>8/23/2012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F47DD-9F2C-49DB-8C5D-F9F2BE249D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3360F1-6AFC-49F2-A4A3-C3650D913C95}" type="datetimeFigureOut">
              <a:rPr lang="en-US"/>
              <a:pPr>
                <a:defRPr/>
              </a:pPr>
              <a:t>8/23/2012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8398B-C0B6-4AF9-80CD-DE66C9312B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B2070B-1136-472D-B10B-A18D02972411}" type="datetimeFigureOut">
              <a:rPr lang="en-US"/>
              <a:pPr>
                <a:defRPr/>
              </a:pPr>
              <a:t>8/23/2012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59FD8-11FA-40B5-89ED-326F08E66B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FE173ED-B624-4A93-842E-49C7D9576F7D}" type="datetimeFigureOut">
              <a:rPr lang="en-US"/>
              <a:pPr>
                <a:defRPr/>
              </a:pPr>
              <a:t>8/23/2012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08DAACC-8042-492C-885E-B05169FC8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33375" y="0"/>
          <a:ext cx="8477250" cy="6858000"/>
        </p:xfrm>
        <a:graphic>
          <a:graphicData uri="http://schemas.openxmlformats.org/presentationml/2006/ole">
            <p:oleObj spid="_x0000_s1026" name="Visio" r:id="rId3" imgW="8825103" imgH="7139559" progId="Visio.Drawing.11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Office Theme</vt:lpstr>
      <vt:lpstr>Microsoft Office Visio Drawing</vt:lpstr>
      <vt:lpstr>Slide 1</vt:lpstr>
    </vt:vector>
  </TitlesOfParts>
  <Company>UCLA Library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jriemer</dc:creator>
  <cp:lastModifiedBy>Horning, Claudia</cp:lastModifiedBy>
  <cp:revision>10</cp:revision>
  <dcterms:created xsi:type="dcterms:W3CDTF">2011-08-23T00:28:46Z</dcterms:created>
  <dcterms:modified xsi:type="dcterms:W3CDTF">2012-08-23T17:11:28Z</dcterms:modified>
</cp:coreProperties>
</file>